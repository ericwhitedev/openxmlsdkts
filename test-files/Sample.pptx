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01A94-56D3-AF95-7002-3FA54F217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ECC3D-FB52-0DA6-2762-CB43AA8B4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74184-4373-A0BC-4F6E-0C3BEE24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CA760-9A2A-8428-364E-215BE032A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BDC7-366A-AEC6-ABB8-A06DC275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77FA-B9E5-68F2-6F16-DF715C1C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6F763-B716-2E06-A96B-60DD1C599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64EF-498A-D3D4-7111-B1BB0E56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4BFC9-42FE-2672-9150-B35460D1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5EB55-2294-FD57-1630-5E0E0DE8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C99A-325D-693C-7064-A0E81CE1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6DD89-99E3-70E7-1935-30AA88C86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E2BC4-E2B7-8416-8D0C-6AB5557E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67E0E-FE8C-0288-434B-9B24AA3D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F721F-392C-9492-02B2-A6D27307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4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722A-3FBB-7CDA-2DA9-8663D3BE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8BEAA-A20C-D495-69DC-65818C418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BDC33-0179-A10B-8EBF-E800E8811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078A4-3816-B772-1797-C64D51D8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7012F-62FD-9D40-36C5-78FBD893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E9A2D-7C5F-2D89-DBF4-40E21E2D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4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9DAD-15D1-94C9-E240-EEBB467C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D5D9D-DFFD-8EA7-B6A6-52FD78B74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FC269-7DF9-1E06-B3AF-ECCEB287D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AE2F3-AB5A-D7FE-78C7-5B276BA3C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6B0D3-A896-B0D7-F470-493E5AD85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3C2EF-7B66-2DA8-C764-32924240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59662A-B254-1785-E947-67E97F82A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BED79-B55A-E77C-6243-4714BA1D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1AB6-160A-6D9A-D3B6-02E44C9F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628CF-01FB-D9E5-2B8D-22C43D2F9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D83AF-D4C1-3DAF-6A8C-C324D128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9B325-278C-0B99-3B41-C4A75355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BBEA2-7553-B1D0-F5CC-D7EE5C74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F4378-72AA-F7EE-005B-31BF0FB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81AE-016F-493F-F02D-53028C08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7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736B-78C4-0C77-80D5-48B123DD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9DDE-C91D-1A01-35D8-3ECDBDDBC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79720-8DE2-B558-D411-920F341DD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3499B-479C-0991-A679-C17C795C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02C18-D5B0-DC83-8F28-4B3242F1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1B3F9-DF7A-4352-18B2-CC46AC9C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4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FE07-4219-9815-6E02-7439AB55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E6E766-733A-465D-E421-CFA7E1CA2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AEF88-A732-3A70-F1DA-84A02DEB6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72294-A2F6-913D-694C-31E5A08A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7DB74-D898-B3AE-153F-455BF045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E619A-C98C-6EB2-9EE2-D5515222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8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BEDA-13CB-3D07-A50D-EF0E5DB5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500DA-DA79-896D-14B9-26C677270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AAC04-8F02-DCF2-70AF-E4ECDF08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458E6-B882-37C1-66CF-34459DB6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5190-111B-0D25-D462-B5622226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782854-48FF-6970-A423-9888D64B1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153DB-5771-C56E-976D-E293CEF8C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F34D2-7B46-105E-308D-5034E40F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C9835-9E0D-8342-31DF-024D32B8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D5099-F9B1-6B53-08DF-10C7650F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8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1F0E5-28D5-CBB4-52B4-CA835F0E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C0CF3-637F-5DE8-0656-8E1F8C973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B6E33-8174-61D8-90B9-42785B89C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0A754-61C8-1C45-BE47-7ECF8ABE60E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A975C-9280-374C-47F8-4B3430E89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EDCFB-3E6B-1106-1FAD-753E02517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99DF1-77FB-E040-95F7-DC98B33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3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A362-6113-CA7A-72DB-E970878B7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BF1D1-042B-B713-5F7F-390F5D310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11952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D63E-F622-14A8-FD70-70799D86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B6035-0309-D5E1-46E7-467B42E88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80965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Test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White</dc:creator>
  <cp:lastModifiedBy>Eric White</cp:lastModifiedBy>
  <cp:revision>1</cp:revision>
  <dcterms:created xsi:type="dcterms:W3CDTF">2026-03-29T00:58:32Z</dcterms:created>
  <dcterms:modified xsi:type="dcterms:W3CDTF">2026-03-29T00:59:24Z</dcterms:modified>
</cp:coreProperties>
</file>